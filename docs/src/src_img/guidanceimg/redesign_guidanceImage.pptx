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F59"/>
    <a:srgbClr val="BF4949"/>
    <a:srgbClr val="9F3332"/>
    <a:srgbClr val="AE7351"/>
    <a:srgbClr val="ED4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CABE7-1692-4F6F-AAE1-A091EB6F268D}" v="7" dt="2026-03-18T09:57:04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6"/>
  </p:normalViewPr>
  <p:slideViewPr>
    <p:cSldViewPr snapToGrid="0">
      <p:cViewPr varScale="1">
        <p:scale>
          <a:sx n="91" d="100"/>
          <a:sy n="91" d="100"/>
        </p:scale>
        <p:origin x="3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art Fraser" userId="3f3d4742-f700-4c44-8ff3-de94e21c092c" providerId="ADAL" clId="{4782FBF3-262C-4F12-9567-4FCBC2EBDED3}"/>
    <pc:docChg chg="modSld">
      <pc:chgData name="Stuart Fraser" userId="3f3d4742-f700-4c44-8ff3-de94e21c092c" providerId="ADAL" clId="{4782FBF3-262C-4F12-9567-4FCBC2EBDED3}" dt="2026-03-18T09:57:04.662" v="39"/>
      <pc:docMkLst>
        <pc:docMk/>
      </pc:docMkLst>
      <pc:sldChg chg="addSp delSp modSp mod">
        <pc:chgData name="Stuart Fraser" userId="3f3d4742-f700-4c44-8ff3-de94e21c092c" providerId="ADAL" clId="{4782FBF3-262C-4F12-9567-4FCBC2EBDED3}" dt="2026-03-18T09:57:04.662" v="39"/>
        <pc:sldMkLst>
          <pc:docMk/>
          <pc:sldMk cId="2537370530" sldId="258"/>
        </pc:sldMkLst>
        <pc:spChg chg="add mod">
          <ac:chgData name="Stuart Fraser" userId="3f3d4742-f700-4c44-8ff3-de94e21c092c" providerId="ADAL" clId="{4782FBF3-262C-4F12-9567-4FCBC2EBDED3}" dt="2026-03-18T09:57:02.213" v="37" actId="164"/>
          <ac:spMkLst>
            <pc:docMk/>
            <pc:sldMk cId="2537370530" sldId="258"/>
            <ac:spMk id="3" creationId="{03D0E77F-3659-73AE-F720-BB04B4058136}"/>
          </ac:spMkLst>
        </pc:spChg>
        <pc:spChg chg="mod topLvl">
          <ac:chgData name="Stuart Fraser" userId="3f3d4742-f700-4c44-8ff3-de94e21c092c" providerId="ADAL" clId="{4782FBF3-262C-4F12-9567-4FCBC2EBDED3}" dt="2026-03-18T09:57:02.213" v="37" actId="164"/>
          <ac:spMkLst>
            <pc:docMk/>
            <pc:sldMk cId="2537370530" sldId="258"/>
            <ac:spMk id="4" creationId="{8F3203AB-EB93-5BC8-49ED-63F945DE76EB}"/>
          </ac:spMkLst>
        </pc:spChg>
        <pc:spChg chg="mod topLvl">
          <ac:chgData name="Stuart Fraser" userId="3f3d4742-f700-4c44-8ff3-de94e21c092c" providerId="ADAL" clId="{4782FBF3-262C-4F12-9567-4FCBC2EBDED3}" dt="2026-03-18T09:57:02.213" v="37" actId="164"/>
          <ac:spMkLst>
            <pc:docMk/>
            <pc:sldMk cId="2537370530" sldId="258"/>
            <ac:spMk id="5" creationId="{3CD6665F-8574-1E22-64D8-9DBF806790D2}"/>
          </ac:spMkLst>
        </pc:spChg>
        <pc:spChg chg="mod topLvl">
          <ac:chgData name="Stuart Fraser" userId="3f3d4742-f700-4c44-8ff3-de94e21c092c" providerId="ADAL" clId="{4782FBF3-262C-4F12-9567-4FCBC2EBDED3}" dt="2026-03-18T09:57:02.213" v="37" actId="164"/>
          <ac:spMkLst>
            <pc:docMk/>
            <pc:sldMk cId="2537370530" sldId="258"/>
            <ac:spMk id="6" creationId="{1C2A4EF5-BF04-7F3F-D537-8FB9B0CB3A2C}"/>
          </ac:spMkLst>
        </pc:spChg>
        <pc:spChg chg="add mod">
          <ac:chgData name="Stuart Fraser" userId="3f3d4742-f700-4c44-8ff3-de94e21c092c" providerId="ADAL" clId="{4782FBF3-262C-4F12-9567-4FCBC2EBDED3}" dt="2026-03-18T09:57:02.213" v="37" actId="164"/>
          <ac:spMkLst>
            <pc:docMk/>
            <pc:sldMk cId="2537370530" sldId="258"/>
            <ac:spMk id="7" creationId="{51AA527A-B7A0-8489-F95C-ADF4C6719403}"/>
          </ac:spMkLst>
        </pc:spChg>
        <pc:spChg chg="mod topLvl">
          <ac:chgData name="Stuart Fraser" userId="3f3d4742-f700-4c44-8ff3-de94e21c092c" providerId="ADAL" clId="{4782FBF3-262C-4F12-9567-4FCBC2EBDED3}" dt="2026-03-18T09:57:02.213" v="37" actId="164"/>
          <ac:spMkLst>
            <pc:docMk/>
            <pc:sldMk cId="2537370530" sldId="258"/>
            <ac:spMk id="8" creationId="{03A11337-5899-10D5-3013-92CACE913C1F}"/>
          </ac:spMkLst>
        </pc:spChg>
        <pc:spChg chg="mod">
          <ac:chgData name="Stuart Fraser" userId="3f3d4742-f700-4c44-8ff3-de94e21c092c" providerId="ADAL" clId="{4782FBF3-262C-4F12-9567-4FCBC2EBDED3}" dt="2026-03-18T09:57:04.662" v="39"/>
          <ac:spMkLst>
            <pc:docMk/>
            <pc:sldMk cId="2537370530" sldId="258"/>
            <ac:spMk id="12" creationId="{6A234F04-4106-A0E5-F700-9A116940B5DD}"/>
          </ac:spMkLst>
        </pc:spChg>
        <pc:spChg chg="mod">
          <ac:chgData name="Stuart Fraser" userId="3f3d4742-f700-4c44-8ff3-de94e21c092c" providerId="ADAL" clId="{4782FBF3-262C-4F12-9567-4FCBC2EBDED3}" dt="2026-03-18T09:57:04.662" v="39"/>
          <ac:spMkLst>
            <pc:docMk/>
            <pc:sldMk cId="2537370530" sldId="258"/>
            <ac:spMk id="13" creationId="{D4034233-6B6E-99F0-B09C-A3519D6DECA6}"/>
          </ac:spMkLst>
        </pc:spChg>
        <pc:spChg chg="mod">
          <ac:chgData name="Stuart Fraser" userId="3f3d4742-f700-4c44-8ff3-de94e21c092c" providerId="ADAL" clId="{4782FBF3-262C-4F12-9567-4FCBC2EBDED3}" dt="2026-03-18T09:57:04.662" v="39"/>
          <ac:spMkLst>
            <pc:docMk/>
            <pc:sldMk cId="2537370530" sldId="258"/>
            <ac:spMk id="14" creationId="{3C91BF85-3C2C-7047-9895-69051BBE01C3}"/>
          </ac:spMkLst>
        </pc:spChg>
        <pc:spChg chg="mod">
          <ac:chgData name="Stuart Fraser" userId="3f3d4742-f700-4c44-8ff3-de94e21c092c" providerId="ADAL" clId="{4782FBF3-262C-4F12-9567-4FCBC2EBDED3}" dt="2026-03-18T09:57:04.662" v="39"/>
          <ac:spMkLst>
            <pc:docMk/>
            <pc:sldMk cId="2537370530" sldId="258"/>
            <ac:spMk id="15" creationId="{5A1F471B-3727-0112-543C-797CC18B8612}"/>
          </ac:spMkLst>
        </pc:spChg>
        <pc:spChg chg="mod">
          <ac:chgData name="Stuart Fraser" userId="3f3d4742-f700-4c44-8ff3-de94e21c092c" providerId="ADAL" clId="{4782FBF3-262C-4F12-9567-4FCBC2EBDED3}" dt="2026-03-18T09:57:04.662" v="39"/>
          <ac:spMkLst>
            <pc:docMk/>
            <pc:sldMk cId="2537370530" sldId="258"/>
            <ac:spMk id="16" creationId="{A57220FC-7EE0-D75E-73D2-8753A26F172A}"/>
          </ac:spMkLst>
        </pc:spChg>
        <pc:spChg chg="mod">
          <ac:chgData name="Stuart Fraser" userId="3f3d4742-f700-4c44-8ff3-de94e21c092c" providerId="ADAL" clId="{4782FBF3-262C-4F12-9567-4FCBC2EBDED3}" dt="2026-03-18T09:57:04.662" v="39"/>
          <ac:spMkLst>
            <pc:docMk/>
            <pc:sldMk cId="2537370530" sldId="258"/>
            <ac:spMk id="17" creationId="{C29E4B80-E904-CF80-A9E2-8BCC52DF5689}"/>
          </ac:spMkLst>
        </pc:spChg>
        <pc:spChg chg="mod">
          <ac:chgData name="Stuart Fraser" userId="3f3d4742-f700-4c44-8ff3-de94e21c092c" providerId="ADAL" clId="{4782FBF3-262C-4F12-9567-4FCBC2EBDED3}" dt="2026-03-18T09:57:04.662" v="39"/>
          <ac:spMkLst>
            <pc:docMk/>
            <pc:sldMk cId="2537370530" sldId="258"/>
            <ac:spMk id="18" creationId="{FD1DCA42-5C8E-D8F1-6DC6-F620EE38349D}"/>
          </ac:spMkLst>
        </pc:spChg>
        <pc:spChg chg="mod topLvl">
          <ac:chgData name="Stuart Fraser" userId="3f3d4742-f700-4c44-8ff3-de94e21c092c" providerId="ADAL" clId="{4782FBF3-262C-4F12-9567-4FCBC2EBDED3}" dt="2026-03-18T09:57:02.213" v="37" actId="164"/>
          <ac:spMkLst>
            <pc:docMk/>
            <pc:sldMk cId="2537370530" sldId="258"/>
            <ac:spMk id="23" creationId="{5A845D82-EEEF-39C0-8DB6-BA8187547E41}"/>
          </ac:spMkLst>
        </pc:spChg>
        <pc:grpChg chg="add mod">
          <ac:chgData name="Stuart Fraser" userId="3f3d4742-f700-4c44-8ff3-de94e21c092c" providerId="ADAL" clId="{4782FBF3-262C-4F12-9567-4FCBC2EBDED3}" dt="2026-03-18T09:57:02.213" v="37" actId="164"/>
          <ac:grpSpMkLst>
            <pc:docMk/>
            <pc:sldMk cId="2537370530" sldId="258"/>
            <ac:grpSpMk id="9" creationId="{F2224106-0FA1-7AAB-B155-D686EB02A6E1}"/>
          </ac:grpSpMkLst>
        </pc:grpChg>
        <pc:grpChg chg="add mod">
          <ac:chgData name="Stuart Fraser" userId="3f3d4742-f700-4c44-8ff3-de94e21c092c" providerId="ADAL" clId="{4782FBF3-262C-4F12-9567-4FCBC2EBDED3}" dt="2026-03-18T09:57:04.662" v="39"/>
          <ac:grpSpMkLst>
            <pc:docMk/>
            <pc:sldMk cId="2537370530" sldId="258"/>
            <ac:grpSpMk id="10" creationId="{4ED4BC07-9DB4-CF99-A9CA-221E6C0C621E}"/>
          </ac:grpSpMkLst>
        </pc:grpChg>
        <pc:grpChg chg="del mod">
          <ac:chgData name="Stuart Fraser" userId="3f3d4742-f700-4c44-8ff3-de94e21c092c" providerId="ADAL" clId="{4782FBF3-262C-4F12-9567-4FCBC2EBDED3}" dt="2026-03-18T09:56:53.133" v="35" actId="165"/>
          <ac:grpSpMkLst>
            <pc:docMk/>
            <pc:sldMk cId="2537370530" sldId="258"/>
            <ac:grpSpMk id="24" creationId="{4FB0F79C-3646-B32F-9F26-35175F338988}"/>
          </ac:grpSpMkLst>
        </pc:grpChg>
        <pc:picChg chg="mod topLvl">
          <ac:chgData name="Stuart Fraser" userId="3f3d4742-f700-4c44-8ff3-de94e21c092c" providerId="ADAL" clId="{4782FBF3-262C-4F12-9567-4FCBC2EBDED3}" dt="2026-03-18T09:57:02.213" v="37" actId="164"/>
          <ac:picMkLst>
            <pc:docMk/>
            <pc:sldMk cId="2537370530" sldId="258"/>
            <ac:picMk id="2" creationId="{1B68C1D3-9CF9-B505-1348-5056B9FCF823}"/>
          </ac:picMkLst>
        </pc:picChg>
        <pc:picChg chg="mod">
          <ac:chgData name="Stuart Fraser" userId="3f3d4742-f700-4c44-8ff3-de94e21c092c" providerId="ADAL" clId="{4782FBF3-262C-4F12-9567-4FCBC2EBDED3}" dt="2026-03-18T09:57:04.662" v="39"/>
          <ac:picMkLst>
            <pc:docMk/>
            <pc:sldMk cId="2537370530" sldId="258"/>
            <ac:picMk id="11" creationId="{DE1C3E70-5D98-8940-6C40-9CE058134B33}"/>
          </ac:picMkLst>
        </pc:picChg>
      </pc:sldChg>
      <pc:sldChg chg="modSp mod">
        <pc:chgData name="Stuart Fraser" userId="3f3d4742-f700-4c44-8ff3-de94e21c092c" providerId="ADAL" clId="{4782FBF3-262C-4F12-9567-4FCBC2EBDED3}" dt="2026-03-18T09:54:49.101" v="6" actId="20577"/>
        <pc:sldMkLst>
          <pc:docMk/>
          <pc:sldMk cId="2943542779" sldId="259"/>
        </pc:sldMkLst>
        <pc:spChg chg="mod">
          <ac:chgData name="Stuart Fraser" userId="3f3d4742-f700-4c44-8ff3-de94e21c092c" providerId="ADAL" clId="{4782FBF3-262C-4F12-9567-4FCBC2EBDED3}" dt="2026-03-18T09:54:45.964" v="4" actId="20577"/>
          <ac:spMkLst>
            <pc:docMk/>
            <pc:sldMk cId="2943542779" sldId="259"/>
            <ac:spMk id="5" creationId="{C9D72538-6BC8-E579-8B15-1C366680BCF6}"/>
          </ac:spMkLst>
        </pc:spChg>
        <pc:spChg chg="mod">
          <ac:chgData name="Stuart Fraser" userId="3f3d4742-f700-4c44-8ff3-de94e21c092c" providerId="ADAL" clId="{4782FBF3-262C-4F12-9567-4FCBC2EBDED3}" dt="2026-03-18T09:54:49.101" v="6" actId="20577"/>
          <ac:spMkLst>
            <pc:docMk/>
            <pc:sldMk cId="2943542779" sldId="259"/>
            <ac:spMk id="6" creationId="{81C0BE87-290E-FD7A-75BA-2C3FBC197AA0}"/>
          </ac:spMkLst>
        </pc:spChg>
      </pc:sldChg>
      <pc:sldChg chg="modSp mod">
        <pc:chgData name="Stuart Fraser" userId="3f3d4742-f700-4c44-8ff3-de94e21c092c" providerId="ADAL" clId="{4782FBF3-262C-4F12-9567-4FCBC2EBDED3}" dt="2026-03-18T09:54:32.782" v="3" actId="20577"/>
        <pc:sldMkLst>
          <pc:docMk/>
          <pc:sldMk cId="916751020" sldId="260"/>
        </pc:sldMkLst>
        <pc:spChg chg="mod">
          <ac:chgData name="Stuart Fraser" userId="3f3d4742-f700-4c44-8ff3-de94e21c092c" providerId="ADAL" clId="{4782FBF3-262C-4F12-9567-4FCBC2EBDED3}" dt="2026-03-18T09:54:30.733" v="1" actId="20577"/>
          <ac:spMkLst>
            <pc:docMk/>
            <pc:sldMk cId="916751020" sldId="260"/>
            <ac:spMk id="5" creationId="{7B76343E-0BBB-11F4-76DF-CCA00B00CA00}"/>
          </ac:spMkLst>
        </pc:spChg>
        <pc:spChg chg="mod">
          <ac:chgData name="Stuart Fraser" userId="3f3d4742-f700-4c44-8ff3-de94e21c092c" providerId="ADAL" clId="{4782FBF3-262C-4F12-9567-4FCBC2EBDED3}" dt="2026-03-18T09:54:32.782" v="3" actId="20577"/>
          <ac:spMkLst>
            <pc:docMk/>
            <pc:sldMk cId="916751020" sldId="260"/>
            <ac:spMk id="6" creationId="{BBBF3D4B-7838-42FB-ACF1-3A631F9CFB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1746-89C7-3BCD-3553-31A2C6E5F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6F2E0-2467-4836-35AA-93355A96C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53E9E-F5D6-C106-87AE-13613FFE6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5A294-E3CF-7904-F89A-7BEF53BF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A7248-5E2D-B295-940E-F500E99D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35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2EE5-9251-20F9-2CCF-25CE9A631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9F670-860F-75A4-E97A-A1C9B3217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A17C3-1333-1C94-D213-AE73FB6D0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9910E-FAC4-08C1-6B8B-0E5BB0CAF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8C0E-E7FB-A41C-27B4-29A361D5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537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58F6-CC4D-8BC6-813D-57CFF3E8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0116C-50F7-C5DD-4B7C-23E6CD74D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1E54B-97B8-6636-4CA8-D0B8341C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09544-5D38-CBE3-1F95-6E56A49F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7288A-9365-A07B-686F-56AC7932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87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6774-9CB3-4260-6A80-8FCE51D7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735B2-6E22-8753-1DA7-0EEF6B68B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A04B2-0CD1-4AAD-B77C-2E6D467C0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F1B9F-23DB-8721-97FC-60743E2F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A998A-D834-DBF8-76CC-CB384D29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C7F8B-FA48-01CF-3E91-5E9A0970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64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41F1-E5BB-4487-51FD-44D4DFB3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B3835-CDE5-E336-3797-65FBA6BE7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E2A55-AFC5-9490-E1D9-15A8CD31F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2D9A5A-70B4-F8C4-A30A-ECB8A6975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5C7F6-3722-9184-4B87-B06FBD483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920BA-8A77-2A94-08FA-34BC583A5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38503-3AE6-619A-592A-31E0CF51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F0013-C1AD-AABF-F7F5-3123C692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99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E9EA-9308-E82D-8232-84E17CA9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C67C8-1D2C-3C46-7DBB-B04AE53E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877C0-017B-32F4-C6CD-D0574478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21C66-1975-B3F3-54B0-D80845EE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31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E053DF-6B86-F3C7-6E79-2E1129FF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38A22-1648-00E7-3579-A9ACD1B3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A2982-C7EE-41F2-0D1C-1301C88A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0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564A-7348-1F6F-DB86-3BC26EF8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77F0C-4B3B-6F28-0B0D-B1CC7859B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0757A-A889-6A0D-DB80-D2A37ADB7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3412B-97FE-43D3-BDFF-59B889E9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CF949-744F-8E95-26CF-1BBCE062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AE8F3-B0DE-11CB-18D6-869616B1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AD748-701E-4ADE-3EDC-CBA773A66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593EC-5B45-EA73-F381-DF11B7C3A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16F5E-5DFD-1754-51AA-F5872BCD5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F62AE-CD37-D8AD-A9A7-DEA9DF87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D3CE8-AC55-9105-A9D9-ACFFA6FE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C1357-3B41-C4F1-2786-394CA1B1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11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8CF02-92A2-36C2-18A2-3EAAE7A8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1C259-3FC7-E284-4F51-DBCEA06CA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90E5F-46EE-6D82-3A5A-655F7D6C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99ACB-F0DD-56D4-4485-B893024C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8FB8A-A977-1686-BBAD-CA2761787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639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CE5352-5986-8859-4445-76CD7338C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715E-A5AB-2B5D-8D1C-CB39E362E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54E5B-6409-3353-2617-7D1822CB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A55CA-9EC5-D3E5-6F49-96040B48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6302E-6039-35E8-EDA8-450C88D2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12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767904-1F9B-A7A1-C618-55140CD1A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A73A5-2524-6F06-91AA-FCA5BBA37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0D1E5-92DA-6B6A-9606-E2139487B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7E6C-B71B-0746-8C67-4237547433A2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33C1A-1F60-644F-29A3-32EEEF594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22625-14B9-9AC8-3D5B-AEF4FAFB5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43C34-5811-CD4F-A2BD-C8EB71FB2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ED2D-8CBD-5D83-A2BC-40BE8D43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CC2496A-7810-FB6F-892A-86B2F5AF5613}"/>
              </a:ext>
            </a:extLst>
          </p:cNvPr>
          <p:cNvGrpSpPr/>
          <p:nvPr/>
        </p:nvGrpSpPr>
        <p:grpSpPr>
          <a:xfrm>
            <a:off x="3226730" y="2258511"/>
            <a:ext cx="5124979" cy="2447040"/>
            <a:chOff x="3226730" y="2258511"/>
            <a:chExt cx="5124979" cy="2447040"/>
          </a:xfrm>
        </p:grpSpPr>
        <p:pic>
          <p:nvPicPr>
            <p:cNvPr id="5" name="Picture 4" descr="A diagram of a process&#10;&#10;AI-generated content may be incorrect.">
              <a:extLst>
                <a:ext uri="{FF2B5EF4-FFF2-40B4-BE49-F238E27FC236}">
                  <a16:creationId xmlns:a16="http://schemas.microsoft.com/office/drawing/2014/main" id="{BDD14500-85AE-A531-6D66-07450CC65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1722" b="27796"/>
            <a:stretch/>
          </p:blipFill>
          <p:spPr>
            <a:xfrm>
              <a:off x="3226730" y="2258511"/>
              <a:ext cx="2571665" cy="2310809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A872E9-AA39-75E4-C75E-C882492A651B}"/>
                </a:ext>
              </a:extLst>
            </p:cNvPr>
            <p:cNvSpPr/>
            <p:nvPr/>
          </p:nvSpPr>
          <p:spPr>
            <a:xfrm>
              <a:off x="6128793" y="2943446"/>
              <a:ext cx="971107" cy="971107"/>
            </a:xfrm>
            <a:prstGeom prst="ellipse">
              <a:avLst/>
            </a:prstGeom>
            <a:solidFill>
              <a:srgbClr val="9F3332"/>
            </a:solidFill>
            <a:ln>
              <a:solidFill>
                <a:srgbClr val="9F33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5BE68D1-B12C-6271-48D7-4DD24AC058CF}"/>
                </a:ext>
              </a:extLst>
            </p:cNvPr>
            <p:cNvSpPr/>
            <p:nvPr/>
          </p:nvSpPr>
          <p:spPr>
            <a:xfrm>
              <a:off x="7287657" y="2943446"/>
              <a:ext cx="971107" cy="971107"/>
            </a:xfrm>
            <a:prstGeom prst="ellipse">
              <a:avLst/>
            </a:prstGeom>
            <a:solidFill>
              <a:srgbClr val="9F3332"/>
            </a:solidFill>
            <a:ln>
              <a:solidFill>
                <a:srgbClr val="9F33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7FEECFF-733E-034D-8AEB-90F91BB40C19}"/>
                </a:ext>
              </a:extLst>
            </p:cNvPr>
            <p:cNvSpPr txBox="1"/>
            <p:nvPr/>
          </p:nvSpPr>
          <p:spPr>
            <a:xfrm>
              <a:off x="6709891" y="2433779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Phase 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97B9B6-9B57-F6A5-CA82-FA6C6EB128F2}"/>
                </a:ext>
              </a:extLst>
            </p:cNvPr>
            <p:cNvSpPr txBox="1"/>
            <p:nvPr/>
          </p:nvSpPr>
          <p:spPr>
            <a:xfrm>
              <a:off x="6028220" y="4064813"/>
              <a:ext cx="1158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Gather historical data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379E3A-E355-0C02-5CB3-4740A10CADDD}"/>
                </a:ext>
              </a:extLst>
            </p:cNvPr>
            <p:cNvSpPr txBox="1"/>
            <p:nvPr/>
          </p:nvSpPr>
          <p:spPr>
            <a:xfrm>
              <a:off x="7193633" y="4059220"/>
              <a:ext cx="11580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Create synthetic catalogue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964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F1E4F-A94D-071C-6CED-6F8B265D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DA34B94-FE77-518D-FC1B-8A80D935DF15}"/>
              </a:ext>
            </a:extLst>
          </p:cNvPr>
          <p:cNvGrpSpPr/>
          <p:nvPr/>
        </p:nvGrpSpPr>
        <p:grpSpPr>
          <a:xfrm>
            <a:off x="3141349" y="2275367"/>
            <a:ext cx="6406569" cy="2799516"/>
            <a:chOff x="3141349" y="2275367"/>
            <a:chExt cx="6406569" cy="2799516"/>
          </a:xfrm>
        </p:grpSpPr>
        <p:pic>
          <p:nvPicPr>
            <p:cNvPr id="7" name="Picture 6" descr="A diagram of steps and steps&#10;&#10;AI-generated content may be incorrect.">
              <a:extLst>
                <a:ext uri="{FF2B5EF4-FFF2-40B4-BE49-F238E27FC236}">
                  <a16:creationId xmlns:a16="http://schemas.microsoft.com/office/drawing/2014/main" id="{8FB5716B-1DEE-18DC-0153-BD1D5A441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986" r="53565" b="20835"/>
            <a:stretch/>
          </p:blipFill>
          <p:spPr>
            <a:xfrm>
              <a:off x="3141349" y="2275367"/>
              <a:ext cx="2677337" cy="2339164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E1BF06-3F70-9E27-B71B-560C42257EFA}"/>
                </a:ext>
              </a:extLst>
            </p:cNvPr>
            <p:cNvSpPr/>
            <p:nvPr/>
          </p:nvSpPr>
          <p:spPr>
            <a:xfrm>
              <a:off x="6095999" y="2943446"/>
              <a:ext cx="972000" cy="971107"/>
            </a:xfrm>
            <a:prstGeom prst="ellipse">
              <a:avLst/>
            </a:prstGeom>
            <a:solidFill>
              <a:srgbClr val="ED4F1F"/>
            </a:solidFill>
            <a:ln>
              <a:solidFill>
                <a:srgbClr val="ED4F1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B327020-E64B-742E-EAA2-052651F94707}"/>
                </a:ext>
              </a:extLst>
            </p:cNvPr>
            <p:cNvSpPr/>
            <p:nvPr/>
          </p:nvSpPr>
          <p:spPr>
            <a:xfrm>
              <a:off x="7283067" y="2943446"/>
              <a:ext cx="971107" cy="971107"/>
            </a:xfrm>
            <a:prstGeom prst="ellipse">
              <a:avLst/>
            </a:prstGeom>
            <a:solidFill>
              <a:srgbClr val="ED4F1F"/>
            </a:solidFill>
            <a:ln>
              <a:solidFill>
                <a:srgbClr val="ED4F1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18B16CC-EC3A-1C3F-C33C-D064F5889403}"/>
                </a:ext>
              </a:extLst>
            </p:cNvPr>
            <p:cNvSpPr/>
            <p:nvPr/>
          </p:nvSpPr>
          <p:spPr>
            <a:xfrm>
              <a:off x="8469242" y="2943446"/>
              <a:ext cx="971107" cy="971107"/>
            </a:xfrm>
            <a:prstGeom prst="ellipse">
              <a:avLst/>
            </a:prstGeom>
            <a:solidFill>
              <a:srgbClr val="ED4F1F"/>
            </a:solidFill>
            <a:ln>
              <a:solidFill>
                <a:srgbClr val="ED4F1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5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C688391-59F6-2091-A4FD-F0E36642AB7D}"/>
                </a:ext>
              </a:extLst>
            </p:cNvPr>
            <p:cNvSpPr txBox="1"/>
            <p:nvPr/>
          </p:nvSpPr>
          <p:spPr>
            <a:xfrm>
              <a:off x="7282433" y="2426588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Phase 2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EB9F0C9-F8F3-0AE9-1BBA-31DF79D8CDC9}"/>
                </a:ext>
              </a:extLst>
            </p:cNvPr>
            <p:cNvSpPr txBox="1"/>
            <p:nvPr/>
          </p:nvSpPr>
          <p:spPr>
            <a:xfrm>
              <a:off x="6028220" y="4064813"/>
              <a:ext cx="11580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Add simulated data to Risk Pooling Tool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5DD649-0D60-03DE-492C-2F1B524BA12A}"/>
                </a:ext>
              </a:extLst>
            </p:cNvPr>
            <p:cNvSpPr txBox="1"/>
            <p:nvPr/>
          </p:nvSpPr>
          <p:spPr>
            <a:xfrm>
              <a:off x="7193633" y="4059220"/>
              <a:ext cx="11580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Select countries and perils to include in risk pool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237849-2CD2-F80F-3E21-6AA0F47A6898}"/>
                </a:ext>
              </a:extLst>
            </p:cNvPr>
            <p:cNvSpPr txBox="1"/>
            <p:nvPr/>
          </p:nvSpPr>
          <p:spPr>
            <a:xfrm>
              <a:off x="8389842" y="4071106"/>
              <a:ext cx="11580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Set risk pool risk pool layers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8437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3864E-B40A-0CC4-34F6-07BC4026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2224106-0FA1-7AAB-B155-D686EB02A6E1}"/>
              </a:ext>
            </a:extLst>
          </p:cNvPr>
          <p:cNvGrpSpPr/>
          <p:nvPr/>
        </p:nvGrpSpPr>
        <p:grpSpPr>
          <a:xfrm>
            <a:off x="3197184" y="2393224"/>
            <a:ext cx="6311832" cy="2502586"/>
            <a:chOff x="3197184" y="2393224"/>
            <a:chExt cx="6311832" cy="2502586"/>
          </a:xfrm>
        </p:grpSpPr>
        <p:pic>
          <p:nvPicPr>
            <p:cNvPr id="2" name="Picture 1" descr="A diagram of steps to a cost-effective business&#10;&#10;AI-generated content may be incorrect.">
              <a:extLst>
                <a:ext uri="{FF2B5EF4-FFF2-40B4-BE49-F238E27FC236}">
                  <a16:creationId xmlns:a16="http://schemas.microsoft.com/office/drawing/2014/main" id="{1B68C1D3-9CF9-B505-1348-5056B9FCF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35" r="48594" b="17339"/>
            <a:stretch/>
          </p:blipFill>
          <p:spPr>
            <a:xfrm>
              <a:off x="3197184" y="2393224"/>
              <a:ext cx="2651385" cy="212825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3203AB-EB93-5BC8-49ED-63F945DE76EB}"/>
                </a:ext>
              </a:extLst>
            </p:cNvPr>
            <p:cNvSpPr txBox="1"/>
            <p:nvPr/>
          </p:nvSpPr>
          <p:spPr>
            <a:xfrm>
              <a:off x="7286800" y="2429447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Phase 3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D6665F-8574-1E22-64D8-9DBF806790D2}"/>
                </a:ext>
              </a:extLst>
            </p:cNvPr>
            <p:cNvSpPr txBox="1"/>
            <p:nvPr/>
          </p:nvSpPr>
          <p:spPr>
            <a:xfrm>
              <a:off x="6028220" y="4064813"/>
              <a:ext cx="115807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Review funding coverage: across pool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2A4EF5-BF04-7F3F-D537-8FB9B0CB3A2C}"/>
                </a:ext>
              </a:extLst>
            </p:cNvPr>
            <p:cNvSpPr txBox="1"/>
            <p:nvPr/>
          </p:nvSpPr>
          <p:spPr>
            <a:xfrm>
              <a:off x="7193633" y="4059220"/>
              <a:ext cx="115807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Review funding coverage: each country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3A11337-5899-10D5-3013-92CACE913C1F}"/>
                </a:ext>
              </a:extLst>
            </p:cNvPr>
            <p:cNvSpPr/>
            <p:nvPr/>
          </p:nvSpPr>
          <p:spPr>
            <a:xfrm>
              <a:off x="6128793" y="2943446"/>
              <a:ext cx="971107" cy="971107"/>
            </a:xfrm>
            <a:prstGeom prst="ellipse">
              <a:avLst/>
            </a:prstGeom>
            <a:solidFill>
              <a:srgbClr val="AE7351"/>
            </a:solidFill>
            <a:ln>
              <a:solidFill>
                <a:srgbClr val="AE73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6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A845D82-EEEF-39C0-8DB6-BA8187547E41}"/>
                </a:ext>
              </a:extLst>
            </p:cNvPr>
            <p:cNvSpPr/>
            <p:nvPr/>
          </p:nvSpPr>
          <p:spPr>
            <a:xfrm>
              <a:off x="7287657" y="2943446"/>
              <a:ext cx="971107" cy="971107"/>
            </a:xfrm>
            <a:prstGeom prst="ellipse">
              <a:avLst/>
            </a:prstGeom>
            <a:solidFill>
              <a:srgbClr val="AE7351"/>
            </a:solidFill>
            <a:ln>
              <a:solidFill>
                <a:srgbClr val="AE73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7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D0E77F-3659-73AE-F720-BB04B4058136}"/>
                </a:ext>
              </a:extLst>
            </p:cNvPr>
            <p:cNvSpPr txBox="1"/>
            <p:nvPr/>
          </p:nvSpPr>
          <p:spPr>
            <a:xfrm>
              <a:off x="8350940" y="4059220"/>
              <a:ext cx="11580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Check coverage vs. country needs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1AA527A-B7A0-8489-F95C-ADF4C6719403}"/>
                </a:ext>
              </a:extLst>
            </p:cNvPr>
            <p:cNvSpPr/>
            <p:nvPr/>
          </p:nvSpPr>
          <p:spPr>
            <a:xfrm>
              <a:off x="8444964" y="2943446"/>
              <a:ext cx="971107" cy="971107"/>
            </a:xfrm>
            <a:prstGeom prst="ellipse">
              <a:avLst/>
            </a:prstGeom>
            <a:solidFill>
              <a:srgbClr val="AE7351"/>
            </a:solidFill>
            <a:ln>
              <a:solidFill>
                <a:srgbClr val="AE73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737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D9B63-0184-597C-502A-BEA5683F4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D0AA9FD-EF26-F91F-54B4-CEA094AD01E3}"/>
              </a:ext>
            </a:extLst>
          </p:cNvPr>
          <p:cNvGrpSpPr/>
          <p:nvPr/>
        </p:nvGrpSpPr>
        <p:grpSpPr>
          <a:xfrm>
            <a:off x="3365710" y="2398471"/>
            <a:ext cx="4985999" cy="2312673"/>
            <a:chOff x="3365710" y="2398471"/>
            <a:chExt cx="4985999" cy="2312673"/>
          </a:xfrm>
        </p:grpSpPr>
        <p:pic>
          <p:nvPicPr>
            <p:cNvPr id="33" name="Picture 32" descr="A diagram of steps and steps&#10;&#10;AI-generated content may be incorrect.">
              <a:extLst>
                <a:ext uri="{FF2B5EF4-FFF2-40B4-BE49-F238E27FC236}">
                  <a16:creationId xmlns:a16="http://schemas.microsoft.com/office/drawing/2014/main" id="{B24357E5-61D7-E707-26A7-1E4805917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962" t="3548" r="49459" b="21148"/>
            <a:stretch/>
          </p:blipFill>
          <p:spPr>
            <a:xfrm>
              <a:off x="3365710" y="2398471"/>
              <a:ext cx="2474753" cy="206105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633284A-714F-1058-976E-A04C60E5567B}"/>
                </a:ext>
              </a:extLst>
            </p:cNvPr>
            <p:cNvSpPr txBox="1"/>
            <p:nvPr/>
          </p:nvSpPr>
          <p:spPr>
            <a:xfrm>
              <a:off x="6709891" y="2433779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Phase 4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5FABAC2-8BEA-5BB1-D317-150B99719058}"/>
                </a:ext>
              </a:extLst>
            </p:cNvPr>
            <p:cNvSpPr txBox="1"/>
            <p:nvPr/>
          </p:nvSpPr>
          <p:spPr>
            <a:xfrm>
              <a:off x="6028220" y="4064813"/>
              <a:ext cx="11580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Check total liability on the pool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8DB255-7482-1DBC-2738-137666507930}"/>
                </a:ext>
              </a:extLst>
            </p:cNvPr>
            <p:cNvSpPr txBox="1"/>
            <p:nvPr/>
          </p:nvSpPr>
          <p:spPr>
            <a:xfrm>
              <a:off x="7193633" y="4059220"/>
              <a:ext cx="11580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Decide how much to retain or transfer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D72538-6BC8-E579-8B15-1C366680BCF6}"/>
                </a:ext>
              </a:extLst>
            </p:cNvPr>
            <p:cNvSpPr/>
            <p:nvPr/>
          </p:nvSpPr>
          <p:spPr>
            <a:xfrm>
              <a:off x="6128793" y="2943446"/>
              <a:ext cx="971107" cy="971107"/>
            </a:xfrm>
            <a:prstGeom prst="ellipse">
              <a:avLst/>
            </a:prstGeom>
            <a:solidFill>
              <a:srgbClr val="BF4949"/>
            </a:solidFill>
            <a:ln>
              <a:solidFill>
                <a:srgbClr val="BF49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9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1C0BE87-290E-FD7A-75BA-2C3FBC197AA0}"/>
                </a:ext>
              </a:extLst>
            </p:cNvPr>
            <p:cNvSpPr/>
            <p:nvPr/>
          </p:nvSpPr>
          <p:spPr>
            <a:xfrm>
              <a:off x="7287657" y="2943446"/>
              <a:ext cx="971107" cy="971107"/>
            </a:xfrm>
            <a:prstGeom prst="ellipse">
              <a:avLst/>
            </a:prstGeom>
            <a:solidFill>
              <a:srgbClr val="BF4949"/>
            </a:solidFill>
            <a:ln>
              <a:solidFill>
                <a:srgbClr val="BF49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54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F266-D1EE-4EB4-1204-4DE0B6D2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109C9AA-3108-E5C6-1596-377CDC35D1F3}"/>
              </a:ext>
            </a:extLst>
          </p:cNvPr>
          <p:cNvGrpSpPr/>
          <p:nvPr/>
        </p:nvGrpSpPr>
        <p:grpSpPr>
          <a:xfrm>
            <a:off x="3362329" y="2426691"/>
            <a:ext cx="4989380" cy="2284453"/>
            <a:chOff x="3362329" y="2426691"/>
            <a:chExt cx="4989380" cy="2284453"/>
          </a:xfrm>
        </p:grpSpPr>
        <p:pic>
          <p:nvPicPr>
            <p:cNvPr id="35" name="Picture 34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8C2C1F0A-1B1B-C7E7-5F11-7617C238F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57" t="7202" r="49353" b="17571"/>
            <a:stretch/>
          </p:blipFill>
          <p:spPr>
            <a:xfrm>
              <a:off x="3362329" y="2426691"/>
              <a:ext cx="2391225" cy="206105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3A1F5F8-0C50-B60D-ED3E-5FCA8AB1C581}"/>
                </a:ext>
              </a:extLst>
            </p:cNvPr>
            <p:cNvSpPr txBox="1"/>
            <p:nvPr/>
          </p:nvSpPr>
          <p:spPr>
            <a:xfrm>
              <a:off x="6709891" y="2433779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Phase 5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4B4427D-E055-757D-7B7A-4DE2BBEE9972}"/>
                </a:ext>
              </a:extLst>
            </p:cNvPr>
            <p:cNvSpPr txBox="1"/>
            <p:nvPr/>
          </p:nvSpPr>
          <p:spPr>
            <a:xfrm>
              <a:off x="6028220" y="4064813"/>
              <a:ext cx="11580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Adjust the financial structure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15BE281-7333-C77F-CB52-5CFE6D715A68}"/>
                </a:ext>
              </a:extLst>
            </p:cNvPr>
            <p:cNvSpPr txBox="1"/>
            <p:nvPr/>
          </p:nvSpPr>
          <p:spPr>
            <a:xfrm>
              <a:off x="7193633" y="4059220"/>
              <a:ext cx="1158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Finalise and communicate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B76343E-0BBB-11F4-76DF-CCA00B00CA00}"/>
                </a:ext>
              </a:extLst>
            </p:cNvPr>
            <p:cNvSpPr/>
            <p:nvPr/>
          </p:nvSpPr>
          <p:spPr>
            <a:xfrm>
              <a:off x="6128793" y="2943446"/>
              <a:ext cx="971107" cy="971107"/>
            </a:xfrm>
            <a:prstGeom prst="ellipse">
              <a:avLst/>
            </a:prstGeom>
            <a:solidFill>
              <a:srgbClr val="4F4F59"/>
            </a:solidFill>
            <a:ln>
              <a:solidFill>
                <a:srgbClr val="4F4F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11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BBF3D4B-7838-42FB-ACF1-3A631F9CFB75}"/>
                </a:ext>
              </a:extLst>
            </p:cNvPr>
            <p:cNvSpPr/>
            <p:nvPr/>
          </p:nvSpPr>
          <p:spPr>
            <a:xfrm>
              <a:off x="7287657" y="2943446"/>
              <a:ext cx="971107" cy="971107"/>
            </a:xfrm>
            <a:prstGeom prst="ellipse">
              <a:avLst/>
            </a:prstGeom>
            <a:solidFill>
              <a:srgbClr val="4F4F59"/>
            </a:solidFill>
            <a:ln>
              <a:solidFill>
                <a:srgbClr val="4F4F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Step 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675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0EF2E-30B0-7D29-62A7-147AB9DF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4FCF934-CD6F-6DF8-DBFB-01F43BE5A11A}"/>
              </a:ext>
            </a:extLst>
          </p:cNvPr>
          <p:cNvGrpSpPr/>
          <p:nvPr/>
        </p:nvGrpSpPr>
        <p:grpSpPr>
          <a:xfrm>
            <a:off x="2623650" y="1928037"/>
            <a:ext cx="7772400" cy="4393095"/>
            <a:chOff x="2623650" y="1928037"/>
            <a:chExt cx="7772400" cy="4393095"/>
          </a:xfrm>
        </p:grpSpPr>
        <p:pic>
          <p:nvPicPr>
            <p:cNvPr id="22" name="Picture 21" descr="A diagram of a risk pooling tool&#10;&#10;AI-generated content may be incorrect.">
              <a:extLst>
                <a:ext uri="{FF2B5EF4-FFF2-40B4-BE49-F238E27FC236}">
                  <a16:creationId xmlns:a16="http://schemas.microsoft.com/office/drawing/2014/main" id="{D80E8289-C83B-9C0E-1CAF-985C785E8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3650" y="1928037"/>
              <a:ext cx="7772400" cy="4393095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8739CE8-E942-8926-AEF3-E99C93E572EF}"/>
                </a:ext>
              </a:extLst>
            </p:cNvPr>
            <p:cNvSpPr txBox="1"/>
            <p:nvPr/>
          </p:nvSpPr>
          <p:spPr>
            <a:xfrm>
              <a:off x="4175051" y="2126512"/>
              <a:ext cx="6928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Country 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1229385-7C0C-3583-BAF8-D997411DFDCB}"/>
                </a:ext>
              </a:extLst>
            </p:cNvPr>
            <p:cNvSpPr txBox="1"/>
            <p:nvPr/>
          </p:nvSpPr>
          <p:spPr>
            <a:xfrm>
              <a:off x="6631315" y="2003401"/>
              <a:ext cx="6928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Country 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9B71A8-ED40-CCD8-C0AF-A0AA9AE04A19}"/>
                </a:ext>
              </a:extLst>
            </p:cNvPr>
            <p:cNvSpPr txBox="1"/>
            <p:nvPr/>
          </p:nvSpPr>
          <p:spPr>
            <a:xfrm>
              <a:off x="2972752" y="4124584"/>
              <a:ext cx="6928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Country 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0D7930-3AD6-BB86-5E8D-2EF8BCEABE9E}"/>
                </a:ext>
              </a:extLst>
            </p:cNvPr>
            <p:cNvSpPr txBox="1"/>
            <p:nvPr/>
          </p:nvSpPr>
          <p:spPr>
            <a:xfrm>
              <a:off x="4168255" y="5828690"/>
              <a:ext cx="6928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Country 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BA36E6-7BEE-8007-4084-785C45B0795F}"/>
                </a:ext>
              </a:extLst>
            </p:cNvPr>
            <p:cNvSpPr txBox="1"/>
            <p:nvPr/>
          </p:nvSpPr>
          <p:spPr>
            <a:xfrm>
              <a:off x="7594145" y="6074911"/>
              <a:ext cx="6928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Country 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5C4D3E-56E6-C44B-DB11-724F38AECE2A}"/>
                </a:ext>
              </a:extLst>
            </p:cNvPr>
            <p:cNvSpPr txBox="1"/>
            <p:nvPr/>
          </p:nvSpPr>
          <p:spPr>
            <a:xfrm>
              <a:off x="9388526" y="5631712"/>
              <a:ext cx="7216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Country 4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8D1CF3-2D44-9CB5-47FC-38FF7C6FC6E8}"/>
                </a:ext>
              </a:extLst>
            </p:cNvPr>
            <p:cNvSpPr txBox="1"/>
            <p:nvPr/>
          </p:nvSpPr>
          <p:spPr>
            <a:xfrm>
              <a:off x="9388526" y="2203547"/>
              <a:ext cx="7216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Country 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1365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Stuart A. Fraser</dc:creator>
  <cp:lastModifiedBy>Stuart Fraser</cp:lastModifiedBy>
  <cp:revision>1</cp:revision>
  <dcterms:created xsi:type="dcterms:W3CDTF">2025-10-20T13:39:58Z</dcterms:created>
  <dcterms:modified xsi:type="dcterms:W3CDTF">2026-03-18T09:57:05Z</dcterms:modified>
</cp:coreProperties>
</file>